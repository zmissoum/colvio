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1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4173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Colvio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 in-browser toolkit for Microsoft Dynamics 365 / Dataverse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3063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· Load · Test · Audit — zero configuration, zero data collection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walkthrough  ·  v1.11.171  ·  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Colvio?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58368" y="11430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has always lacked a free, fast, in-browser tool for data exploration and debugging. Colvio rides your existing browser session — open a D365 page, click the icon, work.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3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keys, app registrations,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or subscriptions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4612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4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24612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— from query builder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adoption analytics to security audit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84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94360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— no telemetry, no external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servers, open source (MIT)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4160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forever — no freemium, no “Pro” tier.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panel, twenty-one modules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mod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188720"/>
            <a:ext cx="6949440" cy="395991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backend, zero egress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5852160" cy="26604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141732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V3 — React 18 panel, relay-only service worker, one privileged content script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= your session cookies. No token is ever extracted or stored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validated actions; every fetch is same-origin to your org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Org-scoped metadata cache (chrome.storage.local)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EXPLORER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anything, four ways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234440"/>
            <a:ext cx="64008" cy="132588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325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163677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columns, AND/OR filter groups (14 operators), parent &amp; child $expand with per-expand filters, sort, limit.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23444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4709160" y="1234440"/>
            <a:ext cx="64008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10"/>
          <p:cNvSpPr/>
          <p:nvPr/>
        </p:nvSpPr>
        <p:spPr>
          <a:xfrm>
            <a:off x="4873752" y="1325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— two engines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873752" y="163677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Native: your SELECT runs ON Dataverse (Web API ?sql= — real JOINs with aliases, DISTINCT, GROUP BY). Transpiled: SQL→FetchXML for HAVING/TOP and older orgs.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88036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880360"/>
            <a:ext cx="64008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29718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FetchXML &amp; OData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13232" y="328269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editors with templates and paging-cookie pagination. Copy the OData URL for Postman or a browser.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88036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4709160" y="2880360"/>
            <a:ext cx="64008" cy="1325880"/>
          </a:xfrm>
          <a:prstGeom prst="rect">
            <a:avLst/>
          </a:prstGeom>
          <a:solidFill>
            <a:srgbClr val="1F845A"/>
          </a:solidFill>
          <a:ln/>
        </p:spPr>
      </p:sp>
      <p:sp>
        <p:nvSpPr>
          <p:cNvPr id="20" name="Text 18"/>
          <p:cNvSpPr/>
          <p:nvPr/>
        </p:nvSpPr>
        <p:spPr>
          <a:xfrm>
            <a:off x="4873752" y="29718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that work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873752" y="328269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5,000-row cap, 60fps virtual scrolling, inline cell edit (PATCH), bulk update/delete, CSV/XLSX/JSON exports.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Postman for Dataverse — built in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58368" y="146304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 POST / PATCH / PUT / DELETE on your org — auth rides the active session, zero OAuth setup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autocomplete: Prefer, If-Match, MSCRM.* bypass headers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body editor with live validation pointing at the exact error line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Templates: WhoAmI, CREATE, PATCH, UPSERT by alternate key, DELETE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×50 with secret headers redacted · Copy as cURL · multiple tabs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760720" y="1463040"/>
            <a:ext cx="2834640" cy="22402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0" y="1463040"/>
            <a:ext cx="64008" cy="2240280"/>
          </a:xfrm>
          <a:prstGeom prst="rect">
            <a:avLst/>
          </a:prstGeom>
          <a:solidFill>
            <a:srgbClr val="B65C02"/>
          </a:solidFill>
          <a:ln/>
        </p:spPr>
      </p:sp>
      <p:sp>
        <p:nvSpPr>
          <p:cNvPr id="9" name="Text 7"/>
          <p:cNvSpPr/>
          <p:nvPr/>
        </p:nvSpPr>
        <p:spPr>
          <a:xfrm>
            <a:off x="5925312" y="15544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it for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925312" y="1865376"/>
            <a:ext cx="2542032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 call before wiring it into a plugin or Flow.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Reproducing a support ticket payload.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how an MSCRM header changes behavior.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Bulk loading, wizard-guided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wiz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8138160" cy="22829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39319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TSV / Excel or paste — RFC-4180 parser (quoted cells, embedded commas &amp; line breaks), delimiter auto-detect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Auto-mapping, label→value picklist transforms, locale-aware dates &amp; numbers, mapping templates per entity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MODES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· UPSERT · UPDATE · DELETE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6400800" cy="304208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86600" y="1325880"/>
            <a:ext cx="1645920" cy="2468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8" name="Shape 5"/>
          <p:cNvSpPr/>
          <p:nvPr/>
        </p:nvSpPr>
        <p:spPr>
          <a:xfrm>
            <a:off x="7086600" y="1325880"/>
            <a:ext cx="64008" cy="2468880"/>
          </a:xfrm>
          <a:prstGeom prst="rect">
            <a:avLst/>
          </a:prstGeom>
          <a:solidFill>
            <a:srgbClr val="B65C02"/>
          </a:solidFill>
          <a:ln/>
        </p:spPr>
      </p:sp>
      <p:sp>
        <p:nvSpPr>
          <p:cNvPr id="9" name="Text 6"/>
          <p:cNvSpPr/>
          <p:nvPr/>
        </p:nvSpPr>
        <p:spPr>
          <a:xfrm>
            <a:off x="7251192" y="1417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UPDATE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251192" y="1728216"/>
            <a:ext cx="1353312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creates: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If-Match: * on every PATCH.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key → 404, row fails.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key → rejected.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hundreds of thousands of rows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b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0160"/>
            <a:ext cx="5760720" cy="24857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3258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3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3-4k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400800" y="2103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/ second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(default 200 × 6 threads)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0" y="274320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changeset per record — a bad row never rolls back its batch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throttling retried with Retry-After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= hard stop, no writes after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per-row log + exact request sent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PRIVACY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Audited, defense in depth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0160"/>
            <a:ext cx="5760720" cy="272705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41732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Successive audits (4-dimension, write-path, 8-lens product, pre-publication): 0 open critical/high findings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egress verified at code level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redacted in saved history; CSV formula-injection guards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458 automated tests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Insight for admins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371600"/>
            <a:ext cx="64008" cy="256032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Users &amp; Licenses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 with Access Mode, CAL type, BU, roles and last login (from audit).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unused licenses: disabled users, never-logged-in accounts.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CSV export.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9272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319272" y="1371600"/>
            <a:ext cx="64008" cy="256032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10"/>
          <p:cNvSpPr/>
          <p:nvPr/>
        </p:nvSpPr>
        <p:spPr>
          <a:xfrm>
            <a:off x="3483864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Audit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483864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roles with readable privilege labels and depth badges (User / BU / Org).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sensitive privileges flagged automatically.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Org-level grants highlighted in red.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89904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1371600"/>
            <a:ext cx="64008" cy="2560320"/>
          </a:xfrm>
          <a:prstGeom prst="rect">
            <a:avLst/>
          </a:prstGeom>
          <a:solidFill>
            <a:srgbClr val="1F845A"/>
          </a:solidFill>
          <a:ln/>
        </p:spPr>
      </p:sp>
      <p:sp>
        <p:nvSpPr>
          <p:cNvPr id="16" name="Text 14"/>
          <p:cNvSpPr/>
          <p:nvPr/>
        </p:nvSpPr>
        <p:spPr>
          <a:xfrm>
            <a:off x="6254496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Teams &amp; BUs &amp; Adoption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254496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Teams: members + the security roles they inherit invisibly.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BUs: full org chart, bulk moves by pasted email list.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Adoption: DAU/WAU/MAU, PPTX report. Login history per user.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A1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 Colvio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7132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Web Store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“Colvio for Dynamics 365” — installs in one click.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github.com/zmissoum/colvio — MIT license. Audit it, fork it, contribute.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40690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forever. No accounts. Your data never leaves your browser.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Colvio — Product Walkthrough</dc:title>
  <dc:subject>PptxGenJS Presentation</dc:subject>
  <dc:creator>Colvio</dc:creator>
  <cp:lastModifiedBy>Colvio</cp:lastModifiedBy>
  <cp:revision>1</cp:revision>
  <dcterms:created xsi:type="dcterms:W3CDTF">2026-10-06T15:20:49Z</dcterms:created>
  <dcterms:modified xsi:type="dcterms:W3CDTF">2026-10-06T15:20:49Z</dcterms:modified>
</cp:coreProperties>
</file>